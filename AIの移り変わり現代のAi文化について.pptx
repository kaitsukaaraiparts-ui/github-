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727654-D644-8BDD-5FDD-AD6FC3AAC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C1F4D0-2DF3-37A7-E5D6-DD40C010D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67189A-A714-E950-07C2-862DF758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9578ED-3F60-2475-5F69-DCAC53C4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CDCD52-852B-4843-3C75-707DAFB0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52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331B52-FD95-FA41-341A-9AD425BB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812C13-D975-E883-0AB4-9E6AF56F7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19A9C9-4785-329C-7076-C78CDB47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5B0943-009F-34DD-E6AA-E7D0E2C0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B7F229-B110-412E-7A9E-18A29E22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72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DC80F0-BDF2-BF96-3DE8-A0B4E31F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55F1B4-F7EB-863B-FCDF-B82E4AE41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9E9BB3-76CA-CFDF-ED13-D8CA940A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EE8298-6A88-D0B9-EED7-280BFD66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930DB7-70B8-0894-8414-5DAE8894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355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BF883-2FA7-E1FC-22A5-F122F695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8EEEE5-EFFE-95C4-DCF3-09D9EDF38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5EE603-F6BC-3644-9EA0-A269DE5E6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192F3D-13D7-EC70-BB6A-26DFB168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76059-A294-EF0C-A022-38FC37A2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5434BE-9B9C-31C6-CC98-E22AB045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61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F6BEA-3738-2ECD-61C0-80BD413B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B3FCC2-6874-AD7D-9EC9-041B1EAD3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FC6A50-FE25-443F-6C4C-10247ACC8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0D41D34-D5C4-51EF-1F83-E75C45EEF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3E3A9CC-9D65-1B98-23E2-3F74E78D4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416329B-64EB-79EC-AC1D-7D61BFF30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BC1DA3-BEDF-84B1-F7D9-FE5CA09C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DF951B-0B90-6079-835B-0D24B79CC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662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9D0462-D7F7-33FE-48D1-633B422C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4994DB3-8FF0-05FC-8F63-BA1BDA6C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4A1677-E7A8-3091-AD71-D1CC121F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576C4BF-F036-D50C-6F8E-185A7E5E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95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1659E0-44FA-1B53-28D1-4A67C6BC8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3D541B-EF15-6A8F-541E-D1BBDA0C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931DE3-9E48-59CC-CF54-0D52A494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11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A9CFDA-1972-AD6E-81D9-6E1FADC0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38E0CE-5B27-23EB-433D-02816AEA9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21209D-7A9C-280F-24A0-3412A8965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494451-6205-FBEB-C944-C40A9FA3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3587E0-BF00-2ADD-1332-FE1051F8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4FF8BF-7CA0-8A1C-DBDF-80B0E29F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F908DD-D5B7-50DC-D8E7-A41A97F9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BF38531-2D9E-E3B1-DD9C-11E1E098B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DF93F3-E533-5119-863D-244F38990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EE26C1-0C5F-397C-0CD2-C9839A54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F327D4-4254-6D2D-995C-85AF1639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D6D589-1897-FBC5-F68E-D18A40EAA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58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D5433C-E260-DA93-76AF-36A1CA21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3D6AD3-4612-DC9E-ECFF-038CC0177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172DA4-A872-BEA1-C1DC-81133C3D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8DC918-E7E9-7A06-ADE1-35566861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D623D1-B5D8-6C3D-6F33-6DB6D164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98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1C2470-3762-6025-DE2B-A2C45D2D0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09FA76-019A-1E26-9F5B-ED35A6759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87487E-68EF-C440-FE59-2FA4A50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E66375-20ED-9C76-22B2-396FC6B4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A96CD0-AA29-A1D5-C55C-4DB826C2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80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A97803-0123-8789-D6C4-0B769DA30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5127F5-F838-0F31-1EC9-F2F84C88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56482C-98C3-4717-B3AC-B704CA0F1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37C38-530E-4ED3-9388-7BD45422FD26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C498E2-1B20-D8BF-0DEB-300BDF3CC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CC2373-1DEB-A840-819B-76DE3AB95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8BF59-00DD-441A-8D30-44C90E33A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5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A38DF3-6A67-FED8-32D3-45677DB4D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F01144-3703-8057-73CC-FEF46769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4320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名古屋・貝塚</dc:creator>
  <cp:lastModifiedBy>名古屋・貝塚</cp:lastModifiedBy>
  <cp:revision>1</cp:revision>
  <dcterms:created xsi:type="dcterms:W3CDTF">2026-03-28T02:43:44Z</dcterms:created>
  <dcterms:modified xsi:type="dcterms:W3CDTF">2026-03-28T03:45:08Z</dcterms:modified>
</cp:coreProperties>
</file>