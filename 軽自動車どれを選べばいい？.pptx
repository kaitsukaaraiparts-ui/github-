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344B3-FB25-400D-91BB-CE9477E6D7D6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36F19-6FF8-4233-9B21-67DF57BFC9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55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36F19-6FF8-4233-9B21-67DF57BFC98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92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D011D-DA9B-B539-62F8-D56507BC2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81A77F-E2C9-6B92-0020-A3F97FD80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DA0623-9341-EC5A-43E7-6A95949F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B7D872-0576-79AD-D7D0-E31B856C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2C304E-9ADB-3AB0-C2B4-D57BE8D9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159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3097D-BEA6-329D-66EE-63BB116F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F4B37F-CDF2-DAAB-E981-C6779DA2B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0BA0DC-F915-1B41-4F90-A251EDC8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665244-DC8F-F0E9-F146-45A12ACB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7BA372-E659-5459-7D40-24B7EC0A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08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9F8A8F-8027-5644-5101-C7643BA2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2F5F55-9FD1-BBBB-03DA-029C1D955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2D581A-41B2-5937-098A-9A702728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1544FE-99C4-55DD-74C4-33FC9A76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2F1C0F-24F8-44B4-7125-27650B3F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68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752F82-D09D-78F9-508D-7478E64E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F01C3D-ACE7-510B-9FB4-206407653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1A882D-36A1-29C7-1525-CA0280AE2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217304-A9FB-5BAE-17D4-D1D8EB96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7A6B18-030B-1699-C5C9-5B013873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A3E48E-FC06-D367-A517-693C15CB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48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6E3E5-9D04-B619-AA2D-BAD5B4F1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45CCCC-6164-A80D-D538-712955BC9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7D0BC6-84F7-09F7-72D1-0B5A67CDC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ABB134-856C-F93A-2CB9-1358E491A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B9A05F-D389-1D50-4A8F-C39EF0384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F0D045-3FAE-E587-3F5F-B03C5D16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1150959-B71F-3D2D-DD3A-A150C3FA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B85E80-2446-9946-80C3-C192A019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78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FB59C-A0C5-A533-0E46-84EADBD7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DB63DC-7500-B843-7305-8A9D5058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381EC2-55E4-A51B-0C01-BD71BD0D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6C71E9-6B88-994A-A739-7E412D22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59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662E2E-B4F1-11A5-2A64-D105902D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D34C30-2410-530A-288D-243D539F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E7FBA2-DE34-E57C-CE99-74E810B5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46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274C1-BA90-69DC-F3F8-578C6F90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E860F-F58A-C1DA-BB5B-921D1C03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2BB107-5343-5898-8C4D-65F73DCC1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0F608F-9539-BB2C-2FB0-F303FAAE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11ED2E-DC9D-26BE-CBDC-21B1C8D2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000D03-15D0-E3B0-FFF0-E4B300B6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62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6435AC-5E8D-8F76-22DA-8F332002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F9DA36-514C-DAB3-78AE-7B4CFA54A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783D9C-4550-76EA-402A-ECD52DFAA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02C071-890C-C8E0-44AB-A8D0299D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B4045E-165B-C8FD-09C2-6C5028FC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C05738-1462-7EFE-8E6D-3D42C58E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96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6B6CE-594E-FE40-9258-E5F5A666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330906-F3F4-0463-BF77-FAA1404A9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B4B678-F115-A029-1FA1-129BABEF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47E324-F34A-2473-4310-C60808AF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7B7B3C-C2E1-8D5B-A399-4D0995E6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36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D166E55-A3B4-294F-D2FC-CD43424C7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D8FC6D-8E5F-1DF7-B3FD-A81A8B5BC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FC280A-21BC-5761-0FF4-4069815D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06FFC0-29A3-0A53-4DDA-121A730C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F05CE9-B989-D996-354D-2E497D73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14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D8BC92-1AF7-613F-D18E-625EC1C0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1BF22C-E7E7-C354-2CE4-B061AC503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FB2BFB-3BDA-B18D-C379-777A6D93A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D6CA6-E69B-4DC4-AE61-F3322988248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A0A441-E4A9-A024-14E0-4BEC34068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638E5-16B9-4296-1BF2-060D5585A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68C54-77B4-43F8-BDA6-741175B59C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58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A4E6D8-ECF9-D3BB-70EE-4F95DC331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軽自動車どれを選べばいい？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74F2D7-77E0-00DD-C731-045AB97DD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9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8BFC61-5DE3-BFC0-02AA-C38C0E08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そもそも軽自動車って</a:t>
            </a:r>
            <a:br>
              <a:rPr kumimoji="1" lang="en-US" altLang="ja-JP" dirty="0"/>
            </a:br>
            <a:r>
              <a:rPr kumimoji="1" lang="ja-JP" altLang="en-US" dirty="0"/>
              <a:t>どこのメーカーがどんな車をだしてるの？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F04555-4DF8-4015-8E99-B2055C9C8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0634"/>
            <a:ext cx="10515600" cy="44628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ja-JP" altLang="en-US" dirty="0"/>
              <a:t>ホンダ　</a:t>
            </a:r>
            <a:r>
              <a:rPr kumimoji="1" lang="en-US" altLang="ja-JP" dirty="0"/>
              <a:t>N-BOX</a:t>
            </a:r>
            <a:br>
              <a:rPr kumimoji="1" lang="en-US" altLang="ja-JP" dirty="0"/>
            </a:br>
            <a:r>
              <a:rPr kumimoji="1" lang="ja-JP" altLang="en-US" dirty="0"/>
              <a:t>スズキ　スペーシア</a:t>
            </a:r>
            <a:br>
              <a:rPr kumimoji="1" lang="en-US" altLang="ja-JP" dirty="0"/>
            </a:br>
            <a:r>
              <a:rPr kumimoji="1" lang="ja-JP" altLang="en-US" dirty="0"/>
              <a:t>ダイハツ　タント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日産　ルークス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三菱　デリカミニ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マツダ　フレア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スバル　シフォン</a:t>
            </a:r>
          </a:p>
        </p:txBody>
      </p:sp>
    </p:spTree>
    <p:extLst>
      <p:ext uri="{BB962C8B-B14F-4D97-AF65-F5344CB8AC3E}">
        <p14:creationId xmlns:p14="http://schemas.microsoft.com/office/powerpoint/2010/main" val="25185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00A9F2-A1AD-B8DA-A5BA-4EB6B08C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代表車種の詳細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73DA79-D23E-1C53-FB8F-CD08F3D3C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52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ワイド画面</PresentationFormat>
  <Paragraphs>9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軽自動車どれを選べばいい？</vt:lpstr>
      <vt:lpstr>そもそも軽自動車って どこのメーカーがどんな車をだしてるの？</vt:lpstr>
      <vt:lpstr>代表車種の詳細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名古屋・貝塚</dc:creator>
  <cp:lastModifiedBy>名古屋・貝塚</cp:lastModifiedBy>
  <cp:revision>1</cp:revision>
  <dcterms:created xsi:type="dcterms:W3CDTF">2026-03-11T08:42:34Z</dcterms:created>
  <dcterms:modified xsi:type="dcterms:W3CDTF">2026-03-11T08:42:36Z</dcterms:modified>
</cp:coreProperties>
</file>